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MINI-PROJETO  |  IA PARA DESENVOLVEDORES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Revisor de Código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código na mão toma tempo e deixa escapar problema repetido: SQL injection, except vazio, credencial esquecida no arquivo, trecho pouco idiomático. Isso cansa quem revisa pull request todo dia.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a primeira passada da revisão. Um agente em LangGraph lê o arquivo, analisa com IA e entrega um relatório pronto, servindo de ponto de partida para a revisão humana continuar.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0" y="178308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2C3A7A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1947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0" y="225856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de um arquivo de código: Python, Java, JavaScript, TypeScript, SQL ou Go.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342900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2C3A7A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35935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390448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em Markdown com nota geral, resumo e problemas separados por severidade.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9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1463040" y="53583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achados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arquivo de exemplo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4340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9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5166360" y="53583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no grafo,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decisão condicional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9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8869680" y="53583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reais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integradas ao agente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em LangGraph com estado compartilhado, nós e uma decisão no meio do caminho.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(arquivo)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783080"/>
            <a:ext cx="228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88920" y="178308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17830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783080"/>
            <a:ext cx="228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0" y="178308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7830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783080"/>
            <a:ext cx="228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69480" y="178308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7269480" y="17830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81160" y="1783080"/>
            <a:ext cx="228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09760" y="178308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0" y="17830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8163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entrada for inválida, o grafo desvia e encerra antes de gastar chamada de modelo.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4930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3822192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ler_codigo lê o arquivo do disco e salvar_relatorio grava o Markdown. As duas são ações reais no sistema de arquivos, não simulação.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329184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4645152" y="34930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MEMÓRIA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45152" y="3822192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estado compartilhado carrega a informação entre as etapas, e um checkpointer dá memória entre execuções da mesma sessão.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329184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4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8485632" y="34930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VALIDAÇÃO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85632" y="3822192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de API fora do repositório, saída estruturada validada com Pydantic e checagem da entrada antes de chamar o modelo.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532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github.com/hrkoliveira/agente-revisor-codigo-langgraph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5532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Herik Oliveira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Revisor de Codigo</dc:title>
  <dc:subject>PptxGenJS Presentation</dc:subject>
  <dc:creator>Herik Oliveira</dc:creator>
  <cp:lastModifiedBy>Herik Oliveira</cp:lastModifiedBy>
  <cp:revision>1</cp:revision>
  <dcterms:created xsi:type="dcterms:W3CDTF">2026-07-20T01:03:16Z</dcterms:created>
  <dcterms:modified xsi:type="dcterms:W3CDTF">2026-07-20T01:03:16Z</dcterms:modified>
</cp:coreProperties>
</file>